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80" r:id="rId2"/>
    <p:sldId id="261" r:id="rId3"/>
    <p:sldId id="281" r:id="rId4"/>
    <p:sldId id="282" r:id="rId5"/>
    <p:sldId id="283" r:id="rId6"/>
    <p:sldId id="278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83CDDE-B4A7-40D5-B54D-048453A215E7}" v="32" dt="2026-04-07T21:46:26.6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 Nguyen" userId="fa2248167c1d5de4" providerId="LiveId" clId="{FF83CDDE-B4A7-40D5-B54D-048453A215E7}"/>
    <pc:docChg chg="undo custSel addSld delSld modSld sldOrd">
      <pc:chgData name="Son Nguyen" userId="fa2248167c1d5de4" providerId="LiveId" clId="{FF83CDDE-B4A7-40D5-B54D-048453A215E7}" dt="2026-04-07T22:09:42.216" v="570" actId="20577"/>
      <pc:docMkLst>
        <pc:docMk/>
      </pc:docMkLst>
      <pc:sldChg chg="addSp delSp modSp mod">
        <pc:chgData name="Son Nguyen" userId="fa2248167c1d5de4" providerId="LiveId" clId="{FF83CDDE-B4A7-40D5-B54D-048453A215E7}" dt="2026-04-07T19:51:31.529" v="176" actId="113"/>
        <pc:sldMkLst>
          <pc:docMk/>
          <pc:sldMk cId="938257948" sldId="261"/>
        </pc:sldMkLst>
        <pc:spChg chg="add del mod">
          <ac:chgData name="Son Nguyen" userId="fa2248167c1d5de4" providerId="LiveId" clId="{FF83CDDE-B4A7-40D5-B54D-048453A215E7}" dt="2026-04-07T19:43:10.316" v="99" actId="1076"/>
          <ac:spMkLst>
            <pc:docMk/>
            <pc:sldMk cId="938257948" sldId="261"/>
            <ac:spMk id="2" creationId="{AADAB5FF-5E0B-144D-FA5D-578FDDB5EDC0}"/>
          </ac:spMkLst>
        </pc:spChg>
        <pc:spChg chg="mod">
          <ac:chgData name="Son Nguyen" userId="fa2248167c1d5de4" providerId="LiveId" clId="{FF83CDDE-B4A7-40D5-B54D-048453A215E7}" dt="2026-04-07T19:51:31.529" v="176" actId="113"/>
          <ac:spMkLst>
            <pc:docMk/>
            <pc:sldMk cId="938257948" sldId="261"/>
            <ac:spMk id="6" creationId="{59E05D5A-369A-870F-3208-A18F3B56A251}"/>
          </ac:spMkLst>
        </pc:spChg>
        <pc:spChg chg="mod">
          <ac:chgData name="Son Nguyen" userId="fa2248167c1d5de4" providerId="LiveId" clId="{FF83CDDE-B4A7-40D5-B54D-048453A215E7}" dt="2026-04-07T19:46:45.865" v="112" actId="1076"/>
          <ac:spMkLst>
            <pc:docMk/>
            <pc:sldMk cId="938257948" sldId="261"/>
            <ac:spMk id="7" creationId="{AE4D586C-A430-75AE-2FE4-0278BD794991}"/>
          </ac:spMkLst>
        </pc:spChg>
        <pc:spChg chg="add mod">
          <ac:chgData name="Son Nguyen" userId="fa2248167c1d5de4" providerId="LiveId" clId="{FF83CDDE-B4A7-40D5-B54D-048453A215E7}" dt="2026-04-07T19:49:59.963" v="164" actId="1076"/>
          <ac:spMkLst>
            <pc:docMk/>
            <pc:sldMk cId="938257948" sldId="261"/>
            <ac:spMk id="12" creationId="{46CD6E9B-941D-5CED-2688-23D138286AC2}"/>
          </ac:spMkLst>
        </pc:spChg>
        <pc:spChg chg="del">
          <ac:chgData name="Son Nguyen" userId="fa2248167c1d5de4" providerId="LiveId" clId="{FF83CDDE-B4A7-40D5-B54D-048453A215E7}" dt="2026-04-07T19:42:00.052" v="83" actId="478"/>
          <ac:spMkLst>
            <pc:docMk/>
            <pc:sldMk cId="938257948" sldId="261"/>
            <ac:spMk id="18" creationId="{484227F6-36BD-19AB-C4DB-93A2A604DDD2}"/>
          </ac:spMkLst>
        </pc:spChg>
        <pc:spChg chg="del">
          <ac:chgData name="Son Nguyen" userId="fa2248167c1d5de4" providerId="LiveId" clId="{FF83CDDE-B4A7-40D5-B54D-048453A215E7}" dt="2026-04-07T19:41:56.217" v="81" actId="478"/>
          <ac:spMkLst>
            <pc:docMk/>
            <pc:sldMk cId="938257948" sldId="261"/>
            <ac:spMk id="20" creationId="{9752C4F3-5596-361F-9A05-EDAB2F4F89B6}"/>
          </ac:spMkLst>
        </pc:spChg>
        <pc:spChg chg="del">
          <ac:chgData name="Son Nguyen" userId="fa2248167c1d5de4" providerId="LiveId" clId="{FF83CDDE-B4A7-40D5-B54D-048453A215E7}" dt="2026-04-07T19:41:58.501" v="82" actId="478"/>
          <ac:spMkLst>
            <pc:docMk/>
            <pc:sldMk cId="938257948" sldId="261"/>
            <ac:spMk id="22" creationId="{9484AB35-1493-554C-0F3E-AF42FD305380}"/>
          </ac:spMkLst>
        </pc:spChg>
        <pc:spChg chg="del">
          <ac:chgData name="Son Nguyen" userId="fa2248167c1d5de4" providerId="LiveId" clId="{FF83CDDE-B4A7-40D5-B54D-048453A215E7}" dt="2026-04-07T19:41:56.217" v="81" actId="478"/>
          <ac:spMkLst>
            <pc:docMk/>
            <pc:sldMk cId="938257948" sldId="261"/>
            <ac:spMk id="24" creationId="{0822B459-8436-3611-D06F-C1E7D12C074F}"/>
          </ac:spMkLst>
        </pc:spChg>
        <pc:spChg chg="del">
          <ac:chgData name="Son Nguyen" userId="fa2248167c1d5de4" providerId="LiveId" clId="{FF83CDDE-B4A7-40D5-B54D-048453A215E7}" dt="2026-04-07T19:42:48.670" v="93" actId="478"/>
          <ac:spMkLst>
            <pc:docMk/>
            <pc:sldMk cId="938257948" sldId="261"/>
            <ac:spMk id="25" creationId="{3676BF86-9B0C-E449-E8F6-D38ADE0C81C5}"/>
          </ac:spMkLst>
        </pc:spChg>
        <pc:spChg chg="del">
          <ac:chgData name="Son Nguyen" userId="fa2248167c1d5de4" providerId="LiveId" clId="{FF83CDDE-B4A7-40D5-B54D-048453A215E7}" dt="2026-04-07T19:42:47.382" v="92" actId="478"/>
          <ac:spMkLst>
            <pc:docMk/>
            <pc:sldMk cId="938257948" sldId="261"/>
            <ac:spMk id="26" creationId="{23647727-2AA0-74AE-DAEE-1787B671D511}"/>
          </ac:spMkLst>
        </pc:spChg>
        <pc:picChg chg="add mod">
          <ac:chgData name="Son Nguyen" userId="fa2248167c1d5de4" providerId="LiveId" clId="{FF83CDDE-B4A7-40D5-B54D-048453A215E7}" dt="2026-04-07T19:47:38.546" v="125" actId="14100"/>
          <ac:picMkLst>
            <pc:docMk/>
            <pc:sldMk cId="938257948" sldId="261"/>
            <ac:picMk id="5" creationId="{A9157576-789A-B75B-219D-536A7B58B6CA}"/>
          </ac:picMkLst>
        </pc:picChg>
        <pc:picChg chg="del">
          <ac:chgData name="Son Nguyen" userId="fa2248167c1d5de4" providerId="LiveId" clId="{FF83CDDE-B4A7-40D5-B54D-048453A215E7}" dt="2026-04-07T19:41:56.217" v="81" actId="478"/>
          <ac:picMkLst>
            <pc:docMk/>
            <pc:sldMk cId="938257948" sldId="261"/>
            <ac:picMk id="9" creationId="{8C2AB202-A0EB-0D7A-ED33-2074412C235F}"/>
          </ac:picMkLst>
        </pc:picChg>
        <pc:picChg chg="del">
          <ac:chgData name="Son Nguyen" userId="fa2248167c1d5de4" providerId="LiveId" clId="{FF83CDDE-B4A7-40D5-B54D-048453A215E7}" dt="2026-04-07T19:42:44.705" v="91" actId="478"/>
          <ac:picMkLst>
            <pc:docMk/>
            <pc:sldMk cId="938257948" sldId="261"/>
            <ac:picMk id="30" creationId="{4D114FB4-FEAD-A42B-837C-B0E0B80AA513}"/>
          </ac:picMkLst>
        </pc:picChg>
        <pc:picChg chg="del">
          <ac:chgData name="Son Nguyen" userId="fa2248167c1d5de4" providerId="LiveId" clId="{FF83CDDE-B4A7-40D5-B54D-048453A215E7}" dt="2026-04-07T19:41:56.217" v="81" actId="478"/>
          <ac:picMkLst>
            <pc:docMk/>
            <pc:sldMk cId="938257948" sldId="261"/>
            <ac:picMk id="32" creationId="{CAAB0C07-DBF9-B5BE-F002-D8D7CAAF6DE9}"/>
          </ac:picMkLst>
        </pc:picChg>
      </pc:sldChg>
      <pc:sldChg chg="del">
        <pc:chgData name="Son Nguyen" userId="fa2248167c1d5de4" providerId="LiveId" clId="{FF83CDDE-B4A7-40D5-B54D-048453A215E7}" dt="2026-04-07T19:50:46.910" v="166" actId="47"/>
        <pc:sldMkLst>
          <pc:docMk/>
          <pc:sldMk cId="3717105774" sldId="266"/>
        </pc:sldMkLst>
      </pc:sldChg>
      <pc:sldChg chg="del">
        <pc:chgData name="Son Nguyen" userId="fa2248167c1d5de4" providerId="LiveId" clId="{FF83CDDE-B4A7-40D5-B54D-048453A215E7}" dt="2026-04-07T19:50:48.926" v="167" actId="47"/>
        <pc:sldMkLst>
          <pc:docMk/>
          <pc:sldMk cId="1791800105" sldId="268"/>
        </pc:sldMkLst>
      </pc:sldChg>
      <pc:sldChg chg="modSp mod">
        <pc:chgData name="Son Nguyen" userId="fa2248167c1d5de4" providerId="LiveId" clId="{FF83CDDE-B4A7-40D5-B54D-048453A215E7}" dt="2026-04-07T19:57:53.683" v="267" actId="1076"/>
        <pc:sldMkLst>
          <pc:docMk/>
          <pc:sldMk cId="3162327387" sldId="280"/>
        </pc:sldMkLst>
        <pc:spChg chg="mod">
          <ac:chgData name="Son Nguyen" userId="fa2248167c1d5de4" providerId="LiveId" clId="{FF83CDDE-B4A7-40D5-B54D-048453A215E7}" dt="2026-04-07T19:39:32.024" v="40" actId="20577"/>
          <ac:spMkLst>
            <pc:docMk/>
            <pc:sldMk cId="3162327387" sldId="280"/>
            <ac:spMk id="4" creationId="{D618F3DB-6113-F7A7-6517-8C9948EC88C7}"/>
          </ac:spMkLst>
        </pc:spChg>
        <pc:spChg chg="mod">
          <ac:chgData name="Son Nguyen" userId="fa2248167c1d5de4" providerId="LiveId" clId="{FF83CDDE-B4A7-40D5-B54D-048453A215E7}" dt="2026-04-07T19:57:53.683" v="267" actId="1076"/>
          <ac:spMkLst>
            <pc:docMk/>
            <pc:sldMk cId="3162327387" sldId="280"/>
            <ac:spMk id="5" creationId="{2898D0BD-3197-EF2F-45AC-437EEAAD26F2}"/>
          </ac:spMkLst>
        </pc:spChg>
        <pc:spChg chg="mod">
          <ac:chgData name="Son Nguyen" userId="fa2248167c1d5de4" providerId="LiveId" clId="{FF83CDDE-B4A7-40D5-B54D-048453A215E7}" dt="2026-04-07T19:57:49.773" v="266" actId="14100"/>
          <ac:spMkLst>
            <pc:docMk/>
            <pc:sldMk cId="3162327387" sldId="280"/>
            <ac:spMk id="9" creationId="{FEDC19CF-F1DE-3A5C-8DEB-1DB7EB5F3E17}"/>
          </ac:spMkLst>
        </pc:spChg>
      </pc:sldChg>
      <pc:sldChg chg="addSp delSp modSp add mod modTransition">
        <pc:chgData name="Son Nguyen" userId="fa2248167c1d5de4" providerId="LiveId" clId="{FF83CDDE-B4A7-40D5-B54D-048453A215E7}" dt="2026-04-07T21:39:30.101" v="490" actId="207"/>
        <pc:sldMkLst>
          <pc:docMk/>
          <pc:sldMk cId="1797334669" sldId="281"/>
        </pc:sldMkLst>
        <pc:spChg chg="mod">
          <ac:chgData name="Son Nguyen" userId="fa2248167c1d5de4" providerId="LiveId" clId="{FF83CDDE-B4A7-40D5-B54D-048453A215E7}" dt="2026-04-07T20:21:57.272" v="465" actId="14100"/>
          <ac:spMkLst>
            <pc:docMk/>
            <pc:sldMk cId="1797334669" sldId="281"/>
            <ac:spMk id="2" creationId="{590AC34D-F471-58D8-5D06-E079F06781F3}"/>
          </ac:spMkLst>
        </pc:spChg>
        <pc:spChg chg="mod">
          <ac:chgData name="Son Nguyen" userId="fa2248167c1d5de4" providerId="LiveId" clId="{FF83CDDE-B4A7-40D5-B54D-048453A215E7}" dt="2026-04-07T19:51:43.447" v="178" actId="207"/>
          <ac:spMkLst>
            <pc:docMk/>
            <pc:sldMk cId="1797334669" sldId="281"/>
            <ac:spMk id="6" creationId="{337A6E3B-55AA-606E-E7E6-11420E6BE105}"/>
          </ac:spMkLst>
        </pc:spChg>
        <pc:spChg chg="mod">
          <ac:chgData name="Son Nguyen" userId="fa2248167c1d5de4" providerId="LiveId" clId="{FF83CDDE-B4A7-40D5-B54D-048453A215E7}" dt="2026-04-07T19:51:36.587" v="177" actId="1076"/>
          <ac:spMkLst>
            <pc:docMk/>
            <pc:sldMk cId="1797334669" sldId="281"/>
            <ac:spMk id="7" creationId="{ED234650-9F2A-CF58-0F6D-C6E01AF07929}"/>
          </ac:spMkLst>
        </pc:spChg>
        <pc:spChg chg="mod">
          <ac:chgData name="Son Nguyen" userId="fa2248167c1d5de4" providerId="LiveId" clId="{FF83CDDE-B4A7-40D5-B54D-048453A215E7}" dt="2026-04-07T21:39:30.101" v="490" actId="207"/>
          <ac:spMkLst>
            <pc:docMk/>
            <pc:sldMk cId="1797334669" sldId="281"/>
            <ac:spMk id="12" creationId="{250A7170-FF42-4E85-0082-C75CE8304A63}"/>
          </ac:spMkLst>
        </pc:spChg>
        <pc:spChg chg="add mod ord">
          <ac:chgData name="Son Nguyen" userId="fa2248167c1d5de4" providerId="LiveId" clId="{FF83CDDE-B4A7-40D5-B54D-048453A215E7}" dt="2026-04-07T20:24:59.924" v="476" actId="1076"/>
          <ac:spMkLst>
            <pc:docMk/>
            <pc:sldMk cId="1797334669" sldId="281"/>
            <ac:spMk id="15" creationId="{D3F1390C-864F-4CA0-94B2-FF9B45041BD4}"/>
          </ac:spMkLst>
        </pc:spChg>
        <pc:spChg chg="add mod">
          <ac:chgData name="Son Nguyen" userId="fa2248167c1d5de4" providerId="LiveId" clId="{FF83CDDE-B4A7-40D5-B54D-048453A215E7}" dt="2026-04-07T20:22:29.742" v="468" actId="1076"/>
          <ac:spMkLst>
            <pc:docMk/>
            <pc:sldMk cId="1797334669" sldId="281"/>
            <ac:spMk id="17" creationId="{9667045A-A284-8FA6-0D6E-BC7BF3388162}"/>
          </ac:spMkLst>
        </pc:spChg>
        <pc:picChg chg="del">
          <ac:chgData name="Son Nguyen" userId="fa2248167c1d5de4" providerId="LiveId" clId="{FF83CDDE-B4A7-40D5-B54D-048453A215E7}" dt="2026-04-07T19:51:46.910" v="179" actId="478"/>
          <ac:picMkLst>
            <pc:docMk/>
            <pc:sldMk cId="1797334669" sldId="281"/>
            <ac:picMk id="5" creationId="{0E87B5AE-458D-DE4D-ADA0-E1C05363F6B1}"/>
          </ac:picMkLst>
        </pc:picChg>
        <pc:picChg chg="add mod">
          <ac:chgData name="Son Nguyen" userId="fa2248167c1d5de4" providerId="LiveId" clId="{FF83CDDE-B4A7-40D5-B54D-048453A215E7}" dt="2026-04-07T20:05:05.788" v="301" actId="1076"/>
          <ac:picMkLst>
            <pc:docMk/>
            <pc:sldMk cId="1797334669" sldId="281"/>
            <ac:picMk id="9" creationId="{6F143093-75E9-3240-A0BA-E7AEAF8B43C2}"/>
          </ac:picMkLst>
        </pc:picChg>
        <pc:picChg chg="add mod modCrop">
          <ac:chgData name="Son Nguyen" userId="fa2248167c1d5de4" providerId="LiveId" clId="{FF83CDDE-B4A7-40D5-B54D-048453A215E7}" dt="2026-04-07T20:21:57.272" v="465" actId="14100"/>
          <ac:picMkLst>
            <pc:docMk/>
            <pc:sldMk cId="1797334669" sldId="281"/>
            <ac:picMk id="19" creationId="{25940179-6E17-6DB6-F92A-FBEE5A3A1B3F}"/>
          </ac:picMkLst>
        </pc:picChg>
      </pc:sldChg>
      <pc:sldChg chg="del">
        <pc:chgData name="Son Nguyen" userId="fa2248167c1d5de4" providerId="LiveId" clId="{FF83CDDE-B4A7-40D5-B54D-048453A215E7}" dt="2026-03-31T17:56:19.725" v="0" actId="2696"/>
        <pc:sldMkLst>
          <pc:docMk/>
          <pc:sldMk cId="3655659843" sldId="281"/>
        </pc:sldMkLst>
      </pc:sldChg>
      <pc:sldChg chg="addSp delSp modSp add mod ord modTransition">
        <pc:chgData name="Son Nguyen" userId="fa2248167c1d5de4" providerId="LiveId" clId="{FF83CDDE-B4A7-40D5-B54D-048453A215E7}" dt="2026-04-07T21:41:09.708" v="493" actId="207"/>
        <pc:sldMkLst>
          <pc:docMk/>
          <pc:sldMk cId="263330410" sldId="282"/>
        </pc:sldMkLst>
        <pc:spChg chg="mod">
          <ac:chgData name="Son Nguyen" userId="fa2248167c1d5de4" providerId="LiveId" clId="{FF83CDDE-B4A7-40D5-B54D-048453A215E7}" dt="2026-04-07T20:25:34.512" v="483" actId="1076"/>
          <ac:spMkLst>
            <pc:docMk/>
            <pc:sldMk cId="263330410" sldId="282"/>
            <ac:spMk id="2" creationId="{E3D38189-ADA3-95CB-80DA-6C3791AB2C3E}"/>
          </ac:spMkLst>
        </pc:spChg>
        <pc:spChg chg="mod">
          <ac:chgData name="Son Nguyen" userId="fa2248167c1d5de4" providerId="LiveId" clId="{FF83CDDE-B4A7-40D5-B54D-048453A215E7}" dt="2026-04-07T19:53:53.201" v="194" actId="207"/>
          <ac:spMkLst>
            <pc:docMk/>
            <pc:sldMk cId="263330410" sldId="282"/>
            <ac:spMk id="6" creationId="{195D66B4-F719-07DF-26F2-2353E319BCFB}"/>
          </ac:spMkLst>
        </pc:spChg>
        <pc:spChg chg="mod">
          <ac:chgData name="Son Nguyen" userId="fa2248167c1d5de4" providerId="LiveId" clId="{FF83CDDE-B4A7-40D5-B54D-048453A215E7}" dt="2026-04-07T19:53:45.175" v="193" actId="1076"/>
          <ac:spMkLst>
            <pc:docMk/>
            <pc:sldMk cId="263330410" sldId="282"/>
            <ac:spMk id="7" creationId="{E74EBF1B-4172-0C20-92F4-A124C0D24D1A}"/>
          </ac:spMkLst>
        </pc:spChg>
        <pc:spChg chg="mod">
          <ac:chgData name="Son Nguyen" userId="fa2248167c1d5de4" providerId="LiveId" clId="{FF83CDDE-B4A7-40D5-B54D-048453A215E7}" dt="2026-04-07T21:41:09.708" v="493" actId="207"/>
          <ac:spMkLst>
            <pc:docMk/>
            <pc:sldMk cId="263330410" sldId="282"/>
            <ac:spMk id="12" creationId="{FA4E121F-AB31-B03F-F16E-1ADB00E39443}"/>
          </ac:spMkLst>
        </pc:spChg>
        <pc:spChg chg="add mod">
          <ac:chgData name="Son Nguyen" userId="fa2248167c1d5de4" providerId="LiveId" clId="{FF83CDDE-B4A7-40D5-B54D-048453A215E7}" dt="2026-04-07T20:25:27.570" v="480" actId="1076"/>
          <ac:spMkLst>
            <pc:docMk/>
            <pc:sldMk cId="263330410" sldId="282"/>
            <ac:spMk id="18" creationId="{0CC6A9FC-4F66-8E7C-5CA7-E1373C9BBBF9}"/>
          </ac:spMkLst>
        </pc:spChg>
        <pc:spChg chg="add mod">
          <ac:chgData name="Son Nguyen" userId="fa2248167c1d5de4" providerId="LiveId" clId="{FF83CDDE-B4A7-40D5-B54D-048453A215E7}" dt="2026-04-07T20:25:29.656" v="481" actId="20577"/>
          <ac:spMkLst>
            <pc:docMk/>
            <pc:sldMk cId="263330410" sldId="282"/>
            <ac:spMk id="19" creationId="{3454CDA1-2EB1-F69C-5AAB-31D30A8FF5CB}"/>
          </ac:spMkLst>
        </pc:spChg>
        <pc:picChg chg="del">
          <ac:chgData name="Son Nguyen" userId="fa2248167c1d5de4" providerId="LiveId" clId="{FF83CDDE-B4A7-40D5-B54D-048453A215E7}" dt="2026-04-07T19:53:58.686" v="195" actId="478"/>
          <ac:picMkLst>
            <pc:docMk/>
            <pc:sldMk cId="263330410" sldId="282"/>
            <ac:picMk id="5" creationId="{706D90C2-7815-65FC-A913-494DED353B44}"/>
          </ac:picMkLst>
        </pc:picChg>
        <pc:picChg chg="add mod">
          <ac:chgData name="Son Nguyen" userId="fa2248167c1d5de4" providerId="LiveId" clId="{FF83CDDE-B4A7-40D5-B54D-048453A215E7}" dt="2026-04-07T20:05:40.615" v="305" actId="14100"/>
          <ac:picMkLst>
            <pc:docMk/>
            <pc:sldMk cId="263330410" sldId="282"/>
            <ac:picMk id="9" creationId="{6C07E834-1D70-4275-2F28-4B3C375E30E9}"/>
          </ac:picMkLst>
        </pc:picChg>
        <pc:picChg chg="add mod">
          <ac:chgData name="Son Nguyen" userId="fa2248167c1d5de4" providerId="LiveId" clId="{FF83CDDE-B4A7-40D5-B54D-048453A215E7}" dt="2026-04-07T20:25:39.104" v="484" actId="1076"/>
          <ac:picMkLst>
            <pc:docMk/>
            <pc:sldMk cId="263330410" sldId="282"/>
            <ac:picMk id="17" creationId="{7EB8A12B-1F44-C955-F0FA-447928DBE3FC}"/>
          </ac:picMkLst>
        </pc:picChg>
      </pc:sldChg>
      <pc:sldChg chg="addSp modSp add mod">
        <pc:chgData name="Son Nguyen" userId="fa2248167c1d5de4" providerId="LiveId" clId="{FF83CDDE-B4A7-40D5-B54D-048453A215E7}" dt="2026-04-07T22:09:42.216" v="570" actId="20577"/>
        <pc:sldMkLst>
          <pc:docMk/>
          <pc:sldMk cId="334317983" sldId="283"/>
        </pc:sldMkLst>
        <pc:spChg chg="mod">
          <ac:chgData name="Son Nguyen" userId="fa2248167c1d5de4" providerId="LiveId" clId="{FF83CDDE-B4A7-40D5-B54D-048453A215E7}" dt="2026-04-07T20:15:26.827" v="410" actId="552"/>
          <ac:spMkLst>
            <pc:docMk/>
            <pc:sldMk cId="334317983" sldId="283"/>
            <ac:spMk id="2" creationId="{2A581CC5-0B30-B8D4-A783-4F9D98AA8279}"/>
          </ac:spMkLst>
        </pc:spChg>
        <pc:spChg chg="mod">
          <ac:chgData name="Son Nguyen" userId="fa2248167c1d5de4" providerId="LiveId" clId="{FF83CDDE-B4A7-40D5-B54D-048453A215E7}" dt="2026-04-07T19:58:26.342" v="289" actId="20577"/>
          <ac:spMkLst>
            <pc:docMk/>
            <pc:sldMk cId="334317983" sldId="283"/>
            <ac:spMk id="6" creationId="{49BA95CB-BFEA-9440-C8B1-12DDF84E81FA}"/>
          </ac:spMkLst>
        </pc:spChg>
        <pc:spChg chg="mod">
          <ac:chgData name="Son Nguyen" userId="fa2248167c1d5de4" providerId="LiveId" clId="{FF83CDDE-B4A7-40D5-B54D-048453A215E7}" dt="2026-04-07T19:58:32.824" v="290" actId="1076"/>
          <ac:spMkLst>
            <pc:docMk/>
            <pc:sldMk cId="334317983" sldId="283"/>
            <ac:spMk id="7" creationId="{41F191DE-AE5C-BBD1-1DE6-B1CB247127C0}"/>
          </ac:spMkLst>
        </pc:spChg>
        <pc:spChg chg="mod">
          <ac:chgData name="Son Nguyen" userId="fa2248167c1d5de4" providerId="LiveId" clId="{FF83CDDE-B4A7-40D5-B54D-048453A215E7}" dt="2026-04-07T20:14:29.262" v="397" actId="554"/>
          <ac:spMkLst>
            <pc:docMk/>
            <pc:sldMk cId="334317983" sldId="283"/>
            <ac:spMk id="12" creationId="{1D40AC04-10F3-2BD8-15D6-9758A5062B63}"/>
          </ac:spMkLst>
        </pc:spChg>
        <pc:spChg chg="add mod">
          <ac:chgData name="Son Nguyen" userId="fa2248167c1d5de4" providerId="LiveId" clId="{FF83CDDE-B4A7-40D5-B54D-048453A215E7}" dt="2026-04-07T20:15:26.827" v="410" actId="552"/>
          <ac:spMkLst>
            <pc:docMk/>
            <pc:sldMk cId="334317983" sldId="283"/>
            <ac:spMk id="19" creationId="{73085FFD-B17B-F547-FD58-9D9EB7547BFF}"/>
          </ac:spMkLst>
        </pc:spChg>
        <pc:spChg chg="add mod">
          <ac:chgData name="Son Nguyen" userId="fa2248167c1d5de4" providerId="LiveId" clId="{FF83CDDE-B4A7-40D5-B54D-048453A215E7}" dt="2026-04-07T20:14:29.262" v="397" actId="554"/>
          <ac:spMkLst>
            <pc:docMk/>
            <pc:sldMk cId="334317983" sldId="283"/>
            <ac:spMk id="20" creationId="{99163D32-7892-C91A-BF8E-3CC4EC58CD89}"/>
          </ac:spMkLst>
        </pc:spChg>
        <pc:spChg chg="add mod">
          <ac:chgData name="Son Nguyen" userId="fa2248167c1d5de4" providerId="LiveId" clId="{FF83CDDE-B4A7-40D5-B54D-048453A215E7}" dt="2026-04-07T22:08:49.958" v="554" actId="20577"/>
          <ac:spMkLst>
            <pc:docMk/>
            <pc:sldMk cId="334317983" sldId="283"/>
            <ac:spMk id="22" creationId="{7A9B630A-87D5-0C70-9477-0C11212ED982}"/>
          </ac:spMkLst>
        </pc:spChg>
        <pc:spChg chg="add mod">
          <ac:chgData name="Son Nguyen" userId="fa2248167c1d5de4" providerId="LiveId" clId="{FF83CDDE-B4A7-40D5-B54D-048453A215E7}" dt="2026-04-07T22:09:24.765" v="564" actId="20577"/>
          <ac:spMkLst>
            <pc:docMk/>
            <pc:sldMk cId="334317983" sldId="283"/>
            <ac:spMk id="24" creationId="{D2D28743-C899-250D-49DB-5F096D95B1F3}"/>
          </ac:spMkLst>
        </pc:spChg>
        <pc:spChg chg="add mod">
          <ac:chgData name="Son Nguyen" userId="fa2248167c1d5de4" providerId="LiveId" clId="{FF83CDDE-B4A7-40D5-B54D-048453A215E7}" dt="2026-04-07T22:09:42.216" v="570" actId="20577"/>
          <ac:spMkLst>
            <pc:docMk/>
            <pc:sldMk cId="334317983" sldId="283"/>
            <ac:spMk id="25" creationId="{512CAABE-4F48-5F5E-859C-8AC1FE81ED50}"/>
          </ac:spMkLst>
        </pc:spChg>
        <pc:picChg chg="add mod">
          <ac:chgData name="Son Nguyen" userId="fa2248167c1d5de4" providerId="LiveId" clId="{FF83CDDE-B4A7-40D5-B54D-048453A215E7}" dt="2026-04-07T20:13:08.100" v="358" actId="1076"/>
          <ac:picMkLst>
            <pc:docMk/>
            <pc:sldMk cId="334317983" sldId="283"/>
            <ac:picMk id="5" creationId="{C5E61EB5-B654-D5F4-BC2D-D88B3B76E707}"/>
          </ac:picMkLst>
        </pc:picChg>
        <pc:picChg chg="add mod">
          <ac:chgData name="Son Nguyen" userId="fa2248167c1d5de4" providerId="LiveId" clId="{FF83CDDE-B4A7-40D5-B54D-048453A215E7}" dt="2026-04-07T20:13:18.935" v="362" actId="1076"/>
          <ac:picMkLst>
            <pc:docMk/>
            <pc:sldMk cId="334317983" sldId="283"/>
            <ac:picMk id="15" creationId="{30CD9D3F-2FFF-728A-8FC8-54F7A1F974E6}"/>
          </ac:picMkLst>
        </pc:picChg>
        <pc:picChg chg="add mod">
          <ac:chgData name="Son Nguyen" userId="fa2248167c1d5de4" providerId="LiveId" clId="{FF83CDDE-B4A7-40D5-B54D-048453A215E7}" dt="2026-04-07T20:13:08.100" v="358" actId="1076"/>
          <ac:picMkLst>
            <pc:docMk/>
            <pc:sldMk cId="334317983" sldId="283"/>
            <ac:picMk id="18" creationId="{619FB1B8-FFDA-A57E-F750-BB048B383D9A}"/>
          </ac:picMkLst>
        </pc:picChg>
      </pc:sldChg>
      <pc:sldChg chg="add del ord">
        <pc:chgData name="Son Nguyen" userId="fa2248167c1d5de4" providerId="LiveId" clId="{FF83CDDE-B4A7-40D5-B54D-048453A215E7}" dt="2026-04-07T19:56:12.022" v="206" actId="47"/>
        <pc:sldMkLst>
          <pc:docMk/>
          <pc:sldMk cId="1786078112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330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2011D-E9D6-2688-82CF-A8CDA05DE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D3D63-380B-434B-B2CF-5752A07C2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9F1ED-6C0E-256E-0B86-0A4E353DB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309BD-7683-FA0D-A87B-74F0A0F940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33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975FD-C94B-BFCD-52B4-370291180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CE94F-C9C5-B4C3-69F8-30484B065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B2B25D-2E7C-FF9D-A5B3-9F1804472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8EEBF-BF72-BBE4-BC40-11F63C47EA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050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3B99F-0CE9-C53F-FB4C-A56A11CC5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10631-37C8-823A-0BC0-1FD6C2422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40D35-7744-74DB-5B8A-D0E12EF46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0CACD-5843-3326-26E6-78E0AF8E44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030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6AE07-688D-8B6A-4CBB-103146E58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C74A48-7ED9-6E94-3E0C-930CED1A6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4BFE2-AA6D-1BEB-EC6B-8CEA97C2E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B7D3E-7B48-2B97-2FF3-AAF9E79CE3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02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3353B-3137-61D1-D0DC-C92C7B562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D00E5C-6F6C-DD0F-E641-78AEF591A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305442-3591-E283-EB0A-7AA6FAC5D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75705-86D7-920B-9713-0C3A27C7A5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88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559D9-E654-1778-3DA7-90B795B72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25E3A6-4975-D93B-52F0-EB98693A5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8792C-A118-35E4-2AF1-7948A7B72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CC2CB-2B78-DDF2-590B-B42FC00B63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45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40D195-36BF-99D2-41AB-3C5974733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846AA8-BD6C-2166-6B42-41C575C6DB7C}"/>
              </a:ext>
            </a:extLst>
          </p:cNvPr>
          <p:cNvSpPr/>
          <p:nvPr userDrawn="1"/>
        </p:nvSpPr>
        <p:spPr>
          <a:xfrm>
            <a:off x="715879" y="1702468"/>
            <a:ext cx="7799471" cy="326657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91128-F6BD-2D05-5016-BB7EAEE99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8B7D39-8567-22D3-851E-74B5568E7841}"/>
              </a:ext>
            </a:extLst>
          </p:cNvPr>
          <p:cNvSpPr/>
          <p:nvPr/>
        </p:nvSpPr>
        <p:spPr>
          <a:xfrm>
            <a:off x="-19050" y="-24874"/>
            <a:ext cx="9182100" cy="520799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lIns="91440" tIns="45720" rIns="91440" bIns="45720" anchor="t"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C80A4BB-44F2-529E-3BE4-830C9E4E6113}"/>
              </a:ext>
            </a:extLst>
          </p:cNvPr>
          <p:cNvSpPr/>
          <p:nvPr/>
        </p:nvSpPr>
        <p:spPr>
          <a:xfrm>
            <a:off x="38100" y="38100"/>
            <a:ext cx="3810000" cy="514502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5ABA9AE-E886-A596-288A-945C79176527}"/>
              </a:ext>
            </a:extLst>
          </p:cNvPr>
          <p:cNvSpPr/>
          <p:nvPr/>
        </p:nvSpPr>
        <p:spPr>
          <a:xfrm>
            <a:off x="4305300" y="2254949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A92CB01-6CFF-B308-DE32-7ECA8CBE4330}"/>
              </a:ext>
            </a:extLst>
          </p:cNvPr>
          <p:cNvSpPr/>
          <p:nvPr/>
        </p:nvSpPr>
        <p:spPr>
          <a:xfrm>
            <a:off x="4305300" y="2574036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C2245C2-00D2-AFDE-5342-40A30DEAFADC}"/>
              </a:ext>
            </a:extLst>
          </p:cNvPr>
          <p:cNvSpPr/>
          <p:nvPr/>
        </p:nvSpPr>
        <p:spPr>
          <a:xfrm>
            <a:off x="4305300" y="2893124"/>
            <a:ext cx="4419600" cy="4095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267F50A-1DB2-A0EE-831E-CB0FC585AE2E}"/>
              </a:ext>
            </a:extLst>
          </p:cNvPr>
          <p:cNvSpPr/>
          <p:nvPr/>
        </p:nvSpPr>
        <p:spPr>
          <a:xfrm>
            <a:off x="7584726" y="4699762"/>
            <a:ext cx="471456" cy="223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7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DC19CF-F1DE-3A5C-8DEB-1DB7EB5F3E17}"/>
              </a:ext>
            </a:extLst>
          </p:cNvPr>
          <p:cNvSpPr/>
          <p:nvPr/>
        </p:nvSpPr>
        <p:spPr>
          <a:xfrm>
            <a:off x="1217054" y="883370"/>
            <a:ext cx="6839128" cy="1111229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0"/>
                  <a:shade val="30000"/>
                  <a:satMod val="115000"/>
                </a:schemeClr>
              </a:gs>
              <a:gs pos="50000">
                <a:schemeClr val="accent6">
                  <a:lumMod val="50000"/>
                  <a:shade val="67500"/>
                  <a:satMod val="115000"/>
                </a:schemeClr>
              </a:gs>
              <a:gs pos="100000">
                <a:schemeClr val="accent6">
                  <a:lumMod val="5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18F3DB-6113-F7A7-6517-8C9948EC88C7}"/>
              </a:ext>
            </a:extLst>
          </p:cNvPr>
          <p:cNvSpPr/>
          <p:nvPr/>
        </p:nvSpPr>
        <p:spPr>
          <a:xfrm>
            <a:off x="-190867" y="1135628"/>
            <a:ext cx="9525733" cy="61555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L1 &amp; L2 Regularization</a:t>
            </a:r>
            <a:endParaRPr lang="en-US" sz="3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98D0BD-3197-EF2F-45AC-437EEAAD26F2}"/>
              </a:ext>
            </a:extLst>
          </p:cNvPr>
          <p:cNvSpPr txBox="1"/>
          <p:nvPr/>
        </p:nvSpPr>
        <p:spPr>
          <a:xfrm>
            <a:off x="640080" y="2254949"/>
            <a:ext cx="79857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 3800</a:t>
            </a:r>
          </a:p>
          <a:p>
            <a:pPr algn="ctr"/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Professor: </a:t>
            </a: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Armen </a:t>
            </a:r>
            <a:r>
              <a:rPr lang="en-US" sz="2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Pischdotchian</a:t>
            </a:r>
            <a:endParaRPr lang="en-US" sz="25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Student: </a:t>
            </a: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 Nguyen</a:t>
            </a:r>
          </a:p>
        </p:txBody>
      </p:sp>
    </p:spTree>
    <p:extLst>
      <p:ext uri="{BB962C8B-B14F-4D97-AF65-F5344CB8AC3E}">
        <p14:creationId xmlns:p14="http://schemas.microsoft.com/office/powerpoint/2010/main" val="3162327387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AA965-FE2D-9A5D-080D-F2424B62B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DAB5FF-5E0B-144D-FA5D-578FDDB5EDC0}"/>
              </a:ext>
            </a:extLst>
          </p:cNvPr>
          <p:cNvSpPr/>
          <p:nvPr/>
        </p:nvSpPr>
        <p:spPr>
          <a:xfrm>
            <a:off x="19143" y="-1524"/>
            <a:ext cx="9144000" cy="5145024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5606C48-0108-A2EB-8718-BDAA0643A9F5}"/>
              </a:ext>
            </a:extLst>
          </p:cNvPr>
          <p:cNvSpPr/>
          <p:nvPr/>
        </p:nvSpPr>
        <p:spPr>
          <a:xfrm>
            <a:off x="38100" y="38100"/>
            <a:ext cx="3810000" cy="514502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E05D5A-369A-870F-3208-A18F3B56A251}"/>
              </a:ext>
            </a:extLst>
          </p:cNvPr>
          <p:cNvSpPr/>
          <p:nvPr/>
        </p:nvSpPr>
        <p:spPr>
          <a:xfrm>
            <a:off x="-45534" y="34290"/>
            <a:ext cx="9273354" cy="95249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600" b="1" kern="0" spc="-37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sz="3600" b="1" kern="0" spc="-3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E4D586C-A430-75AE-2FE4-0278BD794991}"/>
              </a:ext>
            </a:extLst>
          </p:cNvPr>
          <p:cNvSpPr/>
          <p:nvPr/>
        </p:nvSpPr>
        <p:spPr>
          <a:xfrm>
            <a:off x="2883390" y="634916"/>
            <a:ext cx="533062" cy="63449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05EFD4F-A93E-8121-A0CC-A5001C401D8F}"/>
              </a:ext>
            </a:extLst>
          </p:cNvPr>
          <p:cNvSpPr/>
          <p:nvPr/>
        </p:nvSpPr>
        <p:spPr>
          <a:xfrm>
            <a:off x="4305300" y="2254949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E40D03D-5755-95A4-C2E1-90D124234023}"/>
              </a:ext>
            </a:extLst>
          </p:cNvPr>
          <p:cNvSpPr/>
          <p:nvPr/>
        </p:nvSpPr>
        <p:spPr>
          <a:xfrm>
            <a:off x="4226051" y="1313455"/>
            <a:ext cx="4666105" cy="2936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sz="200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1B4963F-06C6-20B7-30F0-D32F7FD8A43E}"/>
              </a:ext>
            </a:extLst>
          </p:cNvPr>
          <p:cNvSpPr/>
          <p:nvPr/>
        </p:nvSpPr>
        <p:spPr>
          <a:xfrm>
            <a:off x="4305300" y="2574036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24035E4-E14D-9946-DB96-5F6BB633BDCA}"/>
              </a:ext>
            </a:extLst>
          </p:cNvPr>
          <p:cNvSpPr/>
          <p:nvPr/>
        </p:nvSpPr>
        <p:spPr>
          <a:xfrm>
            <a:off x="4226051" y="1968839"/>
            <a:ext cx="4666117" cy="2936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sz="200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F36BDDB-2462-11E8-01A3-3AAD43CEEC47}"/>
              </a:ext>
            </a:extLst>
          </p:cNvPr>
          <p:cNvSpPr/>
          <p:nvPr/>
        </p:nvSpPr>
        <p:spPr>
          <a:xfrm>
            <a:off x="4305300" y="2893124"/>
            <a:ext cx="4419600" cy="4095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F5260B-991C-1DF7-E660-3F916A5C82CF}"/>
              </a:ext>
            </a:extLst>
          </p:cNvPr>
          <p:cNvSpPr/>
          <p:nvPr/>
        </p:nvSpPr>
        <p:spPr>
          <a:xfrm>
            <a:off x="4221818" y="1283031"/>
            <a:ext cx="4591101" cy="19293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endParaRPr lang="en-US" sz="2000" dirty="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800C536-42F3-2ACD-7916-6E5FBCF9B9DC}"/>
              </a:ext>
            </a:extLst>
          </p:cNvPr>
          <p:cNvSpPr/>
          <p:nvPr/>
        </p:nvSpPr>
        <p:spPr>
          <a:xfrm>
            <a:off x="7584726" y="4699762"/>
            <a:ext cx="471456" cy="223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70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92D0C33D-87F0-4E0A-CBA1-691F69EECD03}"/>
              </a:ext>
            </a:extLst>
          </p:cNvPr>
          <p:cNvSpPr/>
          <p:nvPr/>
        </p:nvSpPr>
        <p:spPr>
          <a:xfrm>
            <a:off x="4226051" y="3846980"/>
            <a:ext cx="3335306" cy="363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b="1" kern="0" spc="150">
              <a:solidFill>
                <a:srgbClr val="DC143C"/>
              </a:solidFill>
              <a:latin typeface="Inter"/>
              <a:ea typeface="Inter"/>
            </a:endParaRPr>
          </a:p>
        </p:txBody>
      </p:sp>
      <p:pic>
        <p:nvPicPr>
          <p:cNvPr id="5" name="Picture 4" descr="A drawing of a curved line with colorful dots&#10;&#10;AI-generated content may be incorrect.">
            <a:extLst>
              <a:ext uri="{FF2B5EF4-FFF2-40B4-BE49-F238E27FC236}">
                <a16:creationId xmlns:a16="http://schemas.microsoft.com/office/drawing/2014/main" id="{A9157576-789A-B75B-219D-536A7B58B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64" y="855642"/>
            <a:ext cx="4062515" cy="40671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CD6E9B-941D-5CED-2688-23D138286AC2}"/>
              </a:ext>
            </a:extLst>
          </p:cNvPr>
          <p:cNvSpPr txBox="1"/>
          <p:nvPr/>
        </p:nvSpPr>
        <p:spPr>
          <a:xfrm>
            <a:off x="4571999" y="1295717"/>
            <a:ext cx="43848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 is when a model learns the training data too well — including its noise and errors — making it perform poorly on new unseen data.</a:t>
            </a:r>
          </a:p>
          <a:p>
            <a:pPr algn="just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student who memorizes every practice test answer but fails the real exam because the questions are slightly different.</a:t>
            </a:r>
          </a:p>
        </p:txBody>
      </p:sp>
    </p:spTree>
    <p:extLst>
      <p:ext uri="{BB962C8B-B14F-4D97-AF65-F5344CB8AC3E}">
        <p14:creationId xmlns:p14="http://schemas.microsoft.com/office/powerpoint/2010/main" val="938257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047AE-761E-056D-5CEF-B2ACAE19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90AC34D-F471-58D8-5D06-E079F06781F3}"/>
              </a:ext>
            </a:extLst>
          </p:cNvPr>
          <p:cNvSpPr/>
          <p:nvPr/>
        </p:nvSpPr>
        <p:spPr>
          <a:xfrm>
            <a:off x="135895" y="-1524"/>
            <a:ext cx="9674219" cy="5145024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53D9CE3-EBFC-F097-3427-177FE37CBF84}"/>
              </a:ext>
            </a:extLst>
          </p:cNvPr>
          <p:cNvSpPr/>
          <p:nvPr/>
        </p:nvSpPr>
        <p:spPr>
          <a:xfrm>
            <a:off x="38100" y="38100"/>
            <a:ext cx="3810000" cy="514502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7A6E3B-55AA-606E-E7E6-11420E6BE105}"/>
              </a:ext>
            </a:extLst>
          </p:cNvPr>
          <p:cNvSpPr/>
          <p:nvPr/>
        </p:nvSpPr>
        <p:spPr>
          <a:xfrm>
            <a:off x="-45534" y="34290"/>
            <a:ext cx="9273354" cy="95249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Regularization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(Lasso)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D234650-9F2A-CF58-0F6D-C6E01AF07929}"/>
              </a:ext>
            </a:extLst>
          </p:cNvPr>
          <p:cNvSpPr/>
          <p:nvPr/>
        </p:nvSpPr>
        <p:spPr>
          <a:xfrm>
            <a:off x="2040190" y="663580"/>
            <a:ext cx="533062" cy="63449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9872003-EB4C-BE57-05EB-ED88B7C85A72}"/>
              </a:ext>
            </a:extLst>
          </p:cNvPr>
          <p:cNvSpPr/>
          <p:nvPr/>
        </p:nvSpPr>
        <p:spPr>
          <a:xfrm>
            <a:off x="4305300" y="2254949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41886F4-8540-ED98-4B22-45E8121BA880}"/>
              </a:ext>
            </a:extLst>
          </p:cNvPr>
          <p:cNvSpPr/>
          <p:nvPr/>
        </p:nvSpPr>
        <p:spPr>
          <a:xfrm>
            <a:off x="4226051" y="1313455"/>
            <a:ext cx="4666105" cy="2936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sz="200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B895877-1398-D137-1290-00AB0CC6AFA8}"/>
              </a:ext>
            </a:extLst>
          </p:cNvPr>
          <p:cNvSpPr/>
          <p:nvPr/>
        </p:nvSpPr>
        <p:spPr>
          <a:xfrm>
            <a:off x="4305300" y="2574036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846A2E0-9CF6-6995-8C02-398EF04F2F16}"/>
              </a:ext>
            </a:extLst>
          </p:cNvPr>
          <p:cNvSpPr/>
          <p:nvPr/>
        </p:nvSpPr>
        <p:spPr>
          <a:xfrm>
            <a:off x="4226051" y="1968839"/>
            <a:ext cx="4666117" cy="2936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sz="200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A579E7A-E94D-4403-EEBF-C9E40E36BC55}"/>
              </a:ext>
            </a:extLst>
          </p:cNvPr>
          <p:cNvSpPr/>
          <p:nvPr/>
        </p:nvSpPr>
        <p:spPr>
          <a:xfrm>
            <a:off x="4305300" y="2893124"/>
            <a:ext cx="4419600" cy="4095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8865FF7-0845-33E8-B1E1-55478F59CCC6}"/>
              </a:ext>
            </a:extLst>
          </p:cNvPr>
          <p:cNvSpPr/>
          <p:nvPr/>
        </p:nvSpPr>
        <p:spPr>
          <a:xfrm>
            <a:off x="4221818" y="1283031"/>
            <a:ext cx="4591101" cy="19293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endParaRPr lang="en-US" sz="2000" dirty="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FF21A44-435E-2217-620E-7FD235B2E705}"/>
              </a:ext>
            </a:extLst>
          </p:cNvPr>
          <p:cNvSpPr/>
          <p:nvPr/>
        </p:nvSpPr>
        <p:spPr>
          <a:xfrm>
            <a:off x="7584726" y="4699762"/>
            <a:ext cx="471456" cy="223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70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3B79DE6-6072-34B9-B5FC-EADA12DC7EE8}"/>
              </a:ext>
            </a:extLst>
          </p:cNvPr>
          <p:cNvSpPr/>
          <p:nvPr/>
        </p:nvSpPr>
        <p:spPr>
          <a:xfrm>
            <a:off x="4226051" y="3846980"/>
            <a:ext cx="3335306" cy="363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b="1" kern="0" spc="150">
              <a:solidFill>
                <a:srgbClr val="DC143C"/>
              </a:solidFill>
              <a:latin typeface="Inter"/>
              <a:ea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0A7170-FF42-4E85-0082-C75CE8304A63}"/>
              </a:ext>
            </a:extLst>
          </p:cNvPr>
          <p:cNvSpPr txBox="1"/>
          <p:nvPr/>
        </p:nvSpPr>
        <p:spPr>
          <a:xfrm>
            <a:off x="4305300" y="2177284"/>
            <a:ext cx="50337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chemeClr val="bg1"/>
                </a:solidFill>
              </a:rPr>
              <a:t>It penalizes large weights </a:t>
            </a:r>
            <a:r>
              <a:rPr lang="en-US" sz="2000" b="1" dirty="0">
                <a:solidFill>
                  <a:schemeClr val="bg1"/>
                </a:solidFill>
              </a:rPr>
              <a:t>w</a:t>
            </a:r>
            <a:r>
              <a:rPr lang="en-US" sz="2000" dirty="0">
                <a:solidFill>
                  <a:schemeClr val="bg1"/>
                </a:solidFill>
              </a:rPr>
              <a:t> by adding the term </a:t>
            </a:r>
            <a:r>
              <a:rPr lang="en-US" sz="2000" b="1" dirty="0" err="1">
                <a:solidFill>
                  <a:schemeClr val="bg1"/>
                </a:solidFill>
              </a:rPr>
              <a:t>λ|w</a:t>
            </a:r>
            <a:r>
              <a:rPr lang="en-US" sz="2000" b="1" dirty="0">
                <a:solidFill>
                  <a:schemeClr val="bg1"/>
                </a:solidFill>
              </a:rPr>
              <a:t>|</a:t>
            </a:r>
            <a:r>
              <a:rPr lang="en-US" sz="2000" dirty="0">
                <a:solidFill>
                  <a:schemeClr val="bg1"/>
                </a:solidFill>
              </a:rPr>
              <a:t> to the objective function, where </a:t>
            </a:r>
            <a:r>
              <a:rPr lang="en-US" sz="2000" b="1" dirty="0">
                <a:solidFill>
                  <a:schemeClr val="bg1"/>
                </a:solidFill>
              </a:rPr>
              <a:t>λ</a:t>
            </a:r>
            <a:r>
              <a:rPr lang="en-US" sz="2000" dirty="0">
                <a:solidFill>
                  <a:schemeClr val="bg1"/>
                </a:solidFill>
              </a:rPr>
              <a:t> is the regularization strength that controls how much penalty is applied to large weights.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143093-75E9-3240-A0BA-E7AEAF8B4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016069"/>
            <a:ext cx="3657176" cy="398093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667045A-A284-8FA6-0D6E-BC7BF3388162}"/>
              </a:ext>
            </a:extLst>
          </p:cNvPr>
          <p:cNvSpPr/>
          <p:nvPr/>
        </p:nvSpPr>
        <p:spPr>
          <a:xfrm>
            <a:off x="4359481" y="1001900"/>
            <a:ext cx="1236893" cy="308313"/>
          </a:xfrm>
          <a:prstGeom prst="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F1390C-864F-4CA0-94B2-FF9B45041BD4}"/>
              </a:ext>
            </a:extLst>
          </p:cNvPr>
          <p:cNvSpPr txBox="1"/>
          <p:nvPr/>
        </p:nvSpPr>
        <p:spPr>
          <a:xfrm>
            <a:off x="4359481" y="961996"/>
            <a:ext cx="1486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5940179-6E17-6DB6-F92A-FBEE5A3A1B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733" b="30131"/>
          <a:stretch>
            <a:fillRect/>
          </a:stretch>
        </p:blipFill>
        <p:spPr>
          <a:xfrm>
            <a:off x="4305300" y="1407971"/>
            <a:ext cx="3000274" cy="49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334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1E46C-0E2F-745F-BD27-5F65A9D48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D38189-ADA3-95CB-80DA-6C3791AB2C3E}"/>
              </a:ext>
            </a:extLst>
          </p:cNvPr>
          <p:cNvSpPr/>
          <p:nvPr/>
        </p:nvSpPr>
        <p:spPr>
          <a:xfrm>
            <a:off x="19143" y="-1524"/>
            <a:ext cx="9144000" cy="5145024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ABBA8FE-BF7F-7A9C-5626-D4C7FF2C8CAC}"/>
              </a:ext>
            </a:extLst>
          </p:cNvPr>
          <p:cNvSpPr/>
          <p:nvPr/>
        </p:nvSpPr>
        <p:spPr>
          <a:xfrm>
            <a:off x="38100" y="38100"/>
            <a:ext cx="3810000" cy="514502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5D66B4-F719-07DF-26F2-2353E319BCFB}"/>
              </a:ext>
            </a:extLst>
          </p:cNvPr>
          <p:cNvSpPr/>
          <p:nvPr/>
        </p:nvSpPr>
        <p:spPr>
          <a:xfrm>
            <a:off x="-45534" y="34290"/>
            <a:ext cx="9273354" cy="95249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 Regularization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(Ridge)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74EBF1B-4172-0C20-92F4-A124C0D24D1A}"/>
              </a:ext>
            </a:extLst>
          </p:cNvPr>
          <p:cNvSpPr/>
          <p:nvPr/>
        </p:nvSpPr>
        <p:spPr>
          <a:xfrm>
            <a:off x="2040190" y="634916"/>
            <a:ext cx="533062" cy="63449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84049B3-91B0-EABE-5C74-65DF89472CA2}"/>
              </a:ext>
            </a:extLst>
          </p:cNvPr>
          <p:cNvSpPr/>
          <p:nvPr/>
        </p:nvSpPr>
        <p:spPr>
          <a:xfrm>
            <a:off x="4305300" y="2254949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A542DD4-758F-D43F-D411-A77FAC00F9C9}"/>
              </a:ext>
            </a:extLst>
          </p:cNvPr>
          <p:cNvSpPr/>
          <p:nvPr/>
        </p:nvSpPr>
        <p:spPr>
          <a:xfrm>
            <a:off x="4226051" y="1313455"/>
            <a:ext cx="4666105" cy="2936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sz="200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730B803-9B7B-0CA9-823D-37A71743684C}"/>
              </a:ext>
            </a:extLst>
          </p:cNvPr>
          <p:cNvSpPr/>
          <p:nvPr/>
        </p:nvSpPr>
        <p:spPr>
          <a:xfrm>
            <a:off x="4305300" y="2574036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9CE2AC1-4886-F82C-2132-F4A49F2F2C52}"/>
              </a:ext>
            </a:extLst>
          </p:cNvPr>
          <p:cNvSpPr/>
          <p:nvPr/>
        </p:nvSpPr>
        <p:spPr>
          <a:xfrm>
            <a:off x="4226051" y="1968839"/>
            <a:ext cx="4666117" cy="2936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sz="200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1DBD600-E4D3-792C-E0A3-FA97D8B58E37}"/>
              </a:ext>
            </a:extLst>
          </p:cNvPr>
          <p:cNvSpPr/>
          <p:nvPr/>
        </p:nvSpPr>
        <p:spPr>
          <a:xfrm>
            <a:off x="4305300" y="2893124"/>
            <a:ext cx="4419600" cy="4095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8EF2EE0-6AE9-A059-6E3D-2DB2250691E9}"/>
              </a:ext>
            </a:extLst>
          </p:cNvPr>
          <p:cNvSpPr/>
          <p:nvPr/>
        </p:nvSpPr>
        <p:spPr>
          <a:xfrm>
            <a:off x="4221818" y="1283031"/>
            <a:ext cx="4591101" cy="19293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endParaRPr lang="en-US" sz="2000" dirty="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7DEE2BC-1338-5806-0FB8-4CAEA4183286}"/>
              </a:ext>
            </a:extLst>
          </p:cNvPr>
          <p:cNvSpPr/>
          <p:nvPr/>
        </p:nvSpPr>
        <p:spPr>
          <a:xfrm>
            <a:off x="7584726" y="4699762"/>
            <a:ext cx="471456" cy="223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70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D21BD788-C939-AB72-7C2D-D56D38BF9E3D}"/>
              </a:ext>
            </a:extLst>
          </p:cNvPr>
          <p:cNvSpPr/>
          <p:nvPr/>
        </p:nvSpPr>
        <p:spPr>
          <a:xfrm>
            <a:off x="4226051" y="3846980"/>
            <a:ext cx="3335306" cy="363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b="1" kern="0" spc="150">
              <a:solidFill>
                <a:srgbClr val="DC143C"/>
              </a:solidFill>
              <a:latin typeface="Inter"/>
              <a:ea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4E121F-AB31-B03F-F16E-1ADB00E39443}"/>
              </a:ext>
            </a:extLst>
          </p:cNvPr>
          <p:cNvSpPr txBox="1"/>
          <p:nvPr/>
        </p:nvSpPr>
        <p:spPr>
          <a:xfrm>
            <a:off x="4184408" y="1933814"/>
            <a:ext cx="48605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L2 regularization is perhaps the most common form of regularization, analogous to the penalty term in </a:t>
            </a:r>
            <a:r>
              <a:rPr lang="en-US" b="1" dirty="0">
                <a:solidFill>
                  <a:schemeClr val="bg1"/>
                </a:solidFill>
              </a:rPr>
              <a:t>Ridge regression</a:t>
            </a:r>
            <a:r>
              <a:rPr lang="en-US" dirty="0">
                <a:solidFill>
                  <a:schemeClr val="bg1"/>
                </a:solidFill>
              </a:rPr>
              <a:t>. It penalizes the squared magnitude of the weights </a:t>
            </a:r>
            <a:r>
              <a:rPr lang="en-US" b="1" dirty="0">
                <a:solidFill>
                  <a:schemeClr val="bg1"/>
                </a:solidFill>
              </a:rPr>
              <a:t>w</a:t>
            </a:r>
            <a:r>
              <a:rPr lang="en-US" dirty="0">
                <a:solidFill>
                  <a:schemeClr val="bg1"/>
                </a:solidFill>
              </a:rPr>
              <a:t> by adding the term </a:t>
            </a:r>
            <a:r>
              <a:rPr lang="en-US" b="1" dirty="0">
                <a:solidFill>
                  <a:schemeClr val="bg1"/>
                </a:solidFill>
              </a:rPr>
              <a:t>½λ∑w²</a:t>
            </a:r>
            <a:r>
              <a:rPr lang="en-US" dirty="0">
                <a:solidFill>
                  <a:schemeClr val="bg1"/>
                </a:solidFill>
              </a:rPr>
              <a:t> to the objective function that the algorithm is trying to optimize, where </a:t>
            </a:r>
            <a:r>
              <a:rPr lang="en-US" b="1" dirty="0">
                <a:solidFill>
                  <a:schemeClr val="bg1"/>
                </a:solidFill>
              </a:rPr>
              <a:t>λ</a:t>
            </a:r>
            <a:r>
              <a:rPr lang="en-US" dirty="0">
                <a:solidFill>
                  <a:schemeClr val="bg1"/>
                </a:solidFill>
              </a:rPr>
              <a:t> is the regularization strength, also called the </a:t>
            </a:r>
            <a:r>
              <a:rPr lang="en-US" b="1" dirty="0">
                <a:solidFill>
                  <a:schemeClr val="bg1"/>
                </a:solidFill>
              </a:rPr>
              <a:t>shrinkage parameter</a:t>
            </a:r>
            <a:r>
              <a:rPr lang="en-US" dirty="0">
                <a:solidFill>
                  <a:schemeClr val="bg1"/>
                </a:solidFill>
              </a:rPr>
              <a:t>, which can be tuned during training</a:t>
            </a:r>
            <a:r>
              <a:rPr lang="en-US" dirty="0"/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07E834-1D70-4275-2F28-4B3C375E3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98" y="1025535"/>
            <a:ext cx="3526599" cy="39719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EB8A12B-1F44-C955-F0FA-447928DBE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141" y="1405954"/>
            <a:ext cx="2667231" cy="62489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CC6A9FC-4F66-8E7C-5CA7-E1373C9BBBF9}"/>
              </a:ext>
            </a:extLst>
          </p:cNvPr>
          <p:cNvSpPr/>
          <p:nvPr/>
        </p:nvSpPr>
        <p:spPr>
          <a:xfrm>
            <a:off x="4184408" y="1001900"/>
            <a:ext cx="1427455" cy="308313"/>
          </a:xfrm>
          <a:prstGeom prst="rect">
            <a:avLst/>
          </a:prstGeom>
          <a:gradFill flip="none" rotWithShape="1">
            <a:gsLst>
              <a:gs pos="0">
                <a:srgbClr val="FF0000">
                  <a:shade val="30000"/>
                  <a:satMod val="115000"/>
                </a:srgbClr>
              </a:gs>
              <a:gs pos="50000">
                <a:srgbClr val="FF0000">
                  <a:shade val="67500"/>
                  <a:satMod val="115000"/>
                </a:srgbClr>
              </a:gs>
              <a:gs pos="100000">
                <a:srgbClr val="FF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54CDA1-2EB1-F69C-5AAB-31D30A8FF5CB}"/>
              </a:ext>
            </a:extLst>
          </p:cNvPr>
          <p:cNvSpPr txBox="1"/>
          <p:nvPr/>
        </p:nvSpPr>
        <p:spPr>
          <a:xfrm>
            <a:off x="4265621" y="932207"/>
            <a:ext cx="1370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</a:p>
        </p:txBody>
      </p:sp>
    </p:spTree>
    <p:extLst>
      <p:ext uri="{BB962C8B-B14F-4D97-AF65-F5344CB8AC3E}">
        <p14:creationId xmlns:p14="http://schemas.microsoft.com/office/powerpoint/2010/main" val="263330410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5C63E-A31F-D39A-364F-F3AE9D110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A581CC5-0B30-B8D4-A783-4F9D98AA8279}"/>
              </a:ext>
            </a:extLst>
          </p:cNvPr>
          <p:cNvSpPr/>
          <p:nvPr/>
        </p:nvSpPr>
        <p:spPr>
          <a:xfrm>
            <a:off x="-9134" y="-1524"/>
            <a:ext cx="9144000" cy="5145024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165596B-00A4-1AD8-E482-FB6918077D52}"/>
              </a:ext>
            </a:extLst>
          </p:cNvPr>
          <p:cNvSpPr/>
          <p:nvPr/>
        </p:nvSpPr>
        <p:spPr>
          <a:xfrm>
            <a:off x="38100" y="38100"/>
            <a:ext cx="3810000" cy="514502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9BA95CB-BFEA-9440-C8B1-12DDF84E81FA}"/>
              </a:ext>
            </a:extLst>
          </p:cNvPr>
          <p:cNvSpPr/>
          <p:nvPr/>
        </p:nvSpPr>
        <p:spPr>
          <a:xfrm>
            <a:off x="-45534" y="34290"/>
            <a:ext cx="9273354" cy="95249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Result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1F191DE-AE5C-BBD1-1DE6-B1CB247127C0}"/>
              </a:ext>
            </a:extLst>
          </p:cNvPr>
          <p:cNvSpPr/>
          <p:nvPr/>
        </p:nvSpPr>
        <p:spPr>
          <a:xfrm>
            <a:off x="3433693" y="687348"/>
            <a:ext cx="533062" cy="63449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5882A97-7263-62E0-9798-F3294940998D}"/>
              </a:ext>
            </a:extLst>
          </p:cNvPr>
          <p:cNvSpPr/>
          <p:nvPr/>
        </p:nvSpPr>
        <p:spPr>
          <a:xfrm>
            <a:off x="4305300" y="2254949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34AB655-1A45-1059-2EFB-4E50B3CB34D1}"/>
              </a:ext>
            </a:extLst>
          </p:cNvPr>
          <p:cNvSpPr/>
          <p:nvPr/>
        </p:nvSpPr>
        <p:spPr>
          <a:xfrm>
            <a:off x="4226051" y="1313455"/>
            <a:ext cx="4666105" cy="2936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sz="200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283C0B0-9D72-5370-8968-4E9F23FA5815}"/>
              </a:ext>
            </a:extLst>
          </p:cNvPr>
          <p:cNvSpPr/>
          <p:nvPr/>
        </p:nvSpPr>
        <p:spPr>
          <a:xfrm>
            <a:off x="4305300" y="2574036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E554C45-97D5-BBCA-64D9-CBA97DFED94A}"/>
              </a:ext>
            </a:extLst>
          </p:cNvPr>
          <p:cNvSpPr/>
          <p:nvPr/>
        </p:nvSpPr>
        <p:spPr>
          <a:xfrm>
            <a:off x="4226051" y="1968839"/>
            <a:ext cx="4666117" cy="2936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sz="200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75F67AD-BDE3-1069-4E95-002FC81966A0}"/>
              </a:ext>
            </a:extLst>
          </p:cNvPr>
          <p:cNvSpPr/>
          <p:nvPr/>
        </p:nvSpPr>
        <p:spPr>
          <a:xfrm>
            <a:off x="4305300" y="2893124"/>
            <a:ext cx="4419600" cy="4095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9407DE5-C568-834E-3980-99F43470DE8B}"/>
              </a:ext>
            </a:extLst>
          </p:cNvPr>
          <p:cNvSpPr/>
          <p:nvPr/>
        </p:nvSpPr>
        <p:spPr>
          <a:xfrm>
            <a:off x="4221818" y="1283031"/>
            <a:ext cx="4591101" cy="19293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endParaRPr lang="en-US" sz="2000" dirty="0">
              <a:solidFill>
                <a:srgbClr val="CCCCCC"/>
              </a:solidFill>
              <a:latin typeface="Playfair Display" panose="00000500000000000000" pitchFamily="2" charset="0"/>
              <a:ea typeface="Inter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7D791A2-E8EB-296A-022F-F845698EFE9A}"/>
              </a:ext>
            </a:extLst>
          </p:cNvPr>
          <p:cNvSpPr/>
          <p:nvPr/>
        </p:nvSpPr>
        <p:spPr>
          <a:xfrm>
            <a:off x="7584726" y="4699762"/>
            <a:ext cx="471456" cy="223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70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79D0487F-CA91-943A-6BF1-C8943155E768}"/>
              </a:ext>
            </a:extLst>
          </p:cNvPr>
          <p:cNvSpPr/>
          <p:nvPr/>
        </p:nvSpPr>
        <p:spPr>
          <a:xfrm>
            <a:off x="4226051" y="3846980"/>
            <a:ext cx="3335306" cy="363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endParaRPr lang="en-US" b="1" kern="0" spc="150">
              <a:solidFill>
                <a:srgbClr val="DC143C"/>
              </a:solidFill>
              <a:latin typeface="Inter"/>
              <a:ea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40AC04-10F3-2BD8-15D6-9758A5062B63}"/>
              </a:ext>
            </a:extLst>
          </p:cNvPr>
          <p:cNvSpPr txBox="1"/>
          <p:nvPr/>
        </p:nvSpPr>
        <p:spPr>
          <a:xfrm>
            <a:off x="194257" y="3679442"/>
            <a:ext cx="2828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Data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C5E61EB5-B654-D5F4-BC2D-D88B3B76E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58" y="1417253"/>
            <a:ext cx="2828621" cy="2139597"/>
          </a:xfrm>
          <a:prstGeom prst="rect">
            <a:avLst/>
          </a:prstGeom>
        </p:spPr>
      </p:pic>
      <p:pic>
        <p:nvPicPr>
          <p:cNvPr id="15" name="Picture 14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30CD9D3F-2FFF-728A-8FC8-54F7A1F97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7922" y="1417253"/>
            <a:ext cx="2828620" cy="2139596"/>
          </a:xfrm>
          <a:prstGeom prst="rect">
            <a:avLst/>
          </a:prstGeom>
        </p:spPr>
      </p:pic>
      <p:pic>
        <p:nvPicPr>
          <p:cNvPr id="18" name="Picture 17" descr="A graph of a function&#10;&#10;AI-generated content may be incorrect.">
            <a:extLst>
              <a:ext uri="{FF2B5EF4-FFF2-40B4-BE49-F238E27FC236}">
                <a16:creationId xmlns:a16="http://schemas.microsoft.com/office/drawing/2014/main" id="{619FB1B8-FFDA-A57E-F750-BB048B383D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1587" y="1417253"/>
            <a:ext cx="2840569" cy="214863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3085FFD-B17B-F547-FD58-9D9EB7547BFF}"/>
              </a:ext>
            </a:extLst>
          </p:cNvPr>
          <p:cNvSpPr txBox="1"/>
          <p:nvPr/>
        </p:nvSpPr>
        <p:spPr>
          <a:xfrm>
            <a:off x="3107922" y="3679442"/>
            <a:ext cx="2828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Ridge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163D32-7892-C91A-BF8E-3CC4EC58CD89}"/>
              </a:ext>
            </a:extLst>
          </p:cNvPr>
          <p:cNvSpPr txBox="1"/>
          <p:nvPr/>
        </p:nvSpPr>
        <p:spPr>
          <a:xfrm>
            <a:off x="6051587" y="3679442"/>
            <a:ext cx="2840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Lasso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9B630A-87D5-0C70-9477-0C11212ED982}"/>
              </a:ext>
            </a:extLst>
          </p:cNvPr>
          <p:cNvSpPr txBox="1"/>
          <p:nvPr/>
        </p:nvSpPr>
        <p:spPr>
          <a:xfrm>
            <a:off x="194257" y="4214740"/>
            <a:ext cx="2828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MSE: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1.9096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D28743-C899-250D-49DB-5F096D95B1F3}"/>
              </a:ext>
            </a:extLst>
          </p:cNvPr>
          <p:cNvSpPr txBox="1"/>
          <p:nvPr/>
        </p:nvSpPr>
        <p:spPr>
          <a:xfrm>
            <a:off x="3205964" y="4214740"/>
            <a:ext cx="2828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MSE: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1.6803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2CAABE-4F48-5F5E-859C-8AC1FE81ED50}"/>
              </a:ext>
            </a:extLst>
          </p:cNvPr>
          <p:cNvSpPr txBox="1"/>
          <p:nvPr/>
        </p:nvSpPr>
        <p:spPr>
          <a:xfrm>
            <a:off x="6170415" y="4214740"/>
            <a:ext cx="2828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MSE</a:t>
            </a:r>
            <a:r>
              <a:rPr lang="en-US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>
                <a:solidFill>
                  <a:schemeClr val="bg1"/>
                </a:solidFill>
              </a:rPr>
              <a:t>1.8229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17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17172-564F-814A-1E64-74CC6DCC3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A58C8A-7801-0787-8B89-01486762A5BD}"/>
              </a:ext>
            </a:extLst>
          </p:cNvPr>
          <p:cNvSpPr/>
          <p:nvPr/>
        </p:nvSpPr>
        <p:spPr>
          <a:xfrm>
            <a:off x="-19050" y="-24874"/>
            <a:ext cx="9182100" cy="520799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3B328C9-6908-C490-5576-B737D0148686}"/>
              </a:ext>
            </a:extLst>
          </p:cNvPr>
          <p:cNvSpPr/>
          <p:nvPr/>
        </p:nvSpPr>
        <p:spPr>
          <a:xfrm>
            <a:off x="38100" y="38100"/>
            <a:ext cx="3810000" cy="514502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4FB79AE-8EFE-76F8-C146-DCD5D0451041}"/>
              </a:ext>
            </a:extLst>
          </p:cNvPr>
          <p:cNvSpPr/>
          <p:nvPr/>
        </p:nvSpPr>
        <p:spPr>
          <a:xfrm>
            <a:off x="4305300" y="2254949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8E36473-2FED-8D11-6669-0027BE3124B1}"/>
              </a:ext>
            </a:extLst>
          </p:cNvPr>
          <p:cNvSpPr/>
          <p:nvPr/>
        </p:nvSpPr>
        <p:spPr>
          <a:xfrm>
            <a:off x="4305300" y="2574036"/>
            <a:ext cx="4419600" cy="2047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01D4EB2-2922-3284-B72B-589C144043F7}"/>
              </a:ext>
            </a:extLst>
          </p:cNvPr>
          <p:cNvSpPr/>
          <p:nvPr/>
        </p:nvSpPr>
        <p:spPr>
          <a:xfrm>
            <a:off x="4305300" y="2893124"/>
            <a:ext cx="4419600" cy="4095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B6DAAA6-7ABB-4A1D-3409-3787A84637DF}"/>
              </a:ext>
            </a:extLst>
          </p:cNvPr>
          <p:cNvSpPr/>
          <p:nvPr/>
        </p:nvSpPr>
        <p:spPr>
          <a:xfrm>
            <a:off x="7584726" y="4699762"/>
            <a:ext cx="471456" cy="223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7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F9E642-4A59-2393-2CEE-20AB6D11739F}"/>
              </a:ext>
            </a:extLst>
          </p:cNvPr>
          <p:cNvSpPr/>
          <p:nvPr/>
        </p:nvSpPr>
        <p:spPr>
          <a:xfrm>
            <a:off x="1987296" y="1809846"/>
            <a:ext cx="5705921" cy="1151794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0"/>
                  <a:shade val="30000"/>
                  <a:satMod val="115000"/>
                </a:schemeClr>
              </a:gs>
              <a:gs pos="50000">
                <a:schemeClr val="accent6">
                  <a:lumMod val="50000"/>
                  <a:shade val="67500"/>
                  <a:satMod val="115000"/>
                </a:schemeClr>
              </a:gs>
              <a:gs pos="100000">
                <a:schemeClr val="accent6">
                  <a:lumMod val="5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5A240A-F2FC-76CE-686B-B8F4434298AB}"/>
              </a:ext>
            </a:extLst>
          </p:cNvPr>
          <p:cNvSpPr/>
          <p:nvPr/>
        </p:nvSpPr>
        <p:spPr>
          <a:xfrm>
            <a:off x="1450783" y="1133063"/>
            <a:ext cx="6735382" cy="2448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latin typeface="Playfair Display" panose="00000500000000000000" pitchFamily="2" charset="0"/>
              </a:rPr>
              <a:t>Thank you for your attention!</a:t>
            </a:r>
          </a:p>
          <a:p>
            <a:pPr algn="ctr"/>
            <a:r>
              <a:rPr lang="en-US" sz="2800" b="1">
                <a:latin typeface="Playfair Display" panose="00000500000000000000" pitchFamily="2" charset="0"/>
              </a:rPr>
              <a:t>Any question ?</a:t>
            </a:r>
          </a:p>
        </p:txBody>
      </p:sp>
    </p:spTree>
    <p:extLst>
      <p:ext uri="{BB962C8B-B14F-4D97-AF65-F5344CB8AC3E}">
        <p14:creationId xmlns:p14="http://schemas.microsoft.com/office/powerpoint/2010/main" val="1327916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allAtOnce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04B1C22-E30D-4A69-8EFC-6769DC5BDA08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213</Words>
  <Application>Microsoft Office PowerPoint</Application>
  <PresentationFormat>On-screen Show (16:9)</PresentationFormat>
  <Paragraphs>29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Inter</vt:lpstr>
      <vt:lpstr>Playfair Display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slide with black outer, white words, red for important. I want it to be elegant style. I also put some image into it too so also leave space for lecture thats importabt</dc:title>
  <dc:subject>PptxGenJS Presentation</dc:subject>
  <dc:creator>Sơn Nguyễn</dc:creator>
  <cp:lastModifiedBy>Son Nguyen</cp:lastModifiedBy>
  <cp:revision>11</cp:revision>
  <dcterms:created xsi:type="dcterms:W3CDTF">2026-02-24T23:27:30Z</dcterms:created>
  <dcterms:modified xsi:type="dcterms:W3CDTF">2026-04-07T22:09:51Z</dcterms:modified>
</cp:coreProperties>
</file>